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SubDetox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Silent Wealth Leakage Auditor</a:t>
            </a:r>
            <a:br/>
            <a:r>
              <a:t>Team Redline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Users lose money through hidden recurring debits, silent auto-renewals, and low-visibility mandate charges.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Small recurring leaks compound into major annual loss and most users discover them too 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Rules-first detection + AI guidance + direct actions (revoke, ticket, request) in one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Sign in -&gt; account selection -&gt; analyze -&gt; risk cards -&gt; revoke/request/support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Flutter app + FastAPI backend + Firebase/Firestore + Cloud Run + Gemini intelligence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Flutter, Dart, Provider, FastAPI, Pydantic, Firebase Auth, Firestore, Gemini, Cloud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Chat uses leakage auditor context to answer questions like highest recurring plan and active subscriptions.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Sample run: 33 transactions scanned, 4 active risks, approx ₹2,390 monthly leakage.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AA production integrations, smarter personalization, proactive alerts, bank workflow automation.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Amaan Syed</a:t>
            </a:r>
            <a:br/>
            <a:r>
              <a:t>Lingareddy Chaitanya Chakravarti Reddy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